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Jayadratha Gayen, who leads, and Mehul Arora.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in a simulated mailbox. The inbox agent reads the mail and its attachments, pulls out the client, site, load and bid date, and shows the source of each quote (the email body or the PDF page). A fit verdict (Pursue, Clarify or Decline) then comes from deterministic rules from the firm's appetite, the engine and the ERP, with no AI in the verdict, and Pursue creates or advances the deal in the CRM sandbox. The mailbox, ERP, CRM and documents are simulated in this demo; real Gmail, ERP and document connectors are on the roadmap.</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and a GSoC 2025 contributor (INCF); he also trained on low- and high-tension systems at CESC. 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hyperlink" Target="https://kirchhoff.web.app" TargetMode="External"/><Relationship Id="rId11"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4.jpg"/><Relationship Id="rId6" Type="http://schemas.openxmlformats.org/officeDocument/2006/relationships/image" Target="../media/image5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Jayadratha Gayen (with Mehul Arora)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827" r="827"/>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3:40)</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Jayadratha Gayen" descr="jayadratha.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 Gayen</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leader. </a:t>
            </a: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Mehul Arora" descr="mehul.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
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Jayadratha Gayen and Mehul Arora.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in a simulated mailbox. The inbox agent reads the mail and its attachments, pulls out the client, site, load and bid date, and shows the source of each quote (the email body or the PDF page). A fit verdict (Pursue, Clarify or Decline) then comes from deterministic rules from the firm's appetite, the engine and the ERP, with no AI in the verdict, and Pursue creates or advances the deal in the CRM sandbox. The mailbox, ERP, CRM and documents are simulated in this demo; real Gmail, ERP and document connectors are on the roadmap.</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Jayadratha Gayen built the bids inbox, the asset agent and the end-to-end test suite, and ran Kirchhoff's cloud deployments and golden capture. He is an AI researcher and former electrical engineer (B.Tech, IIEST Shibpur) who worked at Vikram Solar and trained in grid operations at the Eastern Regional Load Despatch Centre, with an MS by Research in graph machine learning from IIIT Hyderabad, published at TMLR and ASONAM 2025, and a GSoC 2025 contributor (INCF); he also trained on low- and high-tension systems at CESC. 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hyperlink" Target="https://youtu.be/lSz7jH-CUuM" TargetMode="External"/><Relationship Id="rId10" Type="http://schemas.openxmlformats.org/officeDocument/2006/relationships/image" Target="../media/image52.png"/><Relationship Id="rId11" Type="http://schemas.openxmlformats.org/officeDocument/2006/relationships/image" Target="../media/image53.png"/><Relationship Id="rId12" Type="http://schemas.openxmlformats.org/officeDocument/2006/relationships/hyperlink" Target="https://kirchhoff.web.app" TargetMode="External"/><Relationship Id="rId13" Type="http://schemas.openxmlformats.org/officeDocument/2006/relationships/image" Target="../media/image5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5.jpg"/><Relationship Id="rId6" Type="http://schemas.openxmlformats.org/officeDocument/2006/relationships/image" Target="../media/image5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members: </a:t>
            </a:r>
            <a:r>
              <a:rPr sz="1250" lang="en-GB">
                <a:solidFill>
                  <a:srgbClr val="202124"/>
                </a:solidFill>
                <a:latin typeface="Google Sans Flex SemiBold"/>
              </a:rPr>
              <a:t>Jayadratha Gayen, Mehul Arora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Theme: </a:t>
            </a:r>
            <a:r>
              <a:rPr sz="1250" lang="en-GB">
                <a:solidFill>
                  <a:srgbClr val="3C4043"/>
                </a:solidFill>
                <a:latin typeface="Google Sans Flex"/>
              </a:rPr>
              <a:t>Future of Work &amp; Enterprise Productivity</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202124"/>
                </a:solidFill>
                <a:latin typeface="Google Sans Flex SemiBold"/>
              </a:rPr>
              <a:t>MEP Engineering Design Platform for AI data centers</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827" r="827"/>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9">
                  <a:extLst>
                    <a:ext uri="{A12FA001-AC4F-418D-AE19-62706E023703}">
                      <ahyp:hlinkClr val="tx"/>
                    </a:ext>
                  </a:extLst>
                </a:hlinkClick>
              </a:rPr>
              <a:t>https://youtu.be/lSz7jH-CUuM</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3:33)</a:t>
            </a:r>
          </a:p>
        </p:txBody>
      </p:sp>
      <p:pic>
        <p:nvPicPr>
          <p:cNvPr id="172" name="QR Demo Video Link (3 Minutes)" descr="image.png"/>
          <p:cNvPicPr>
            <a:picLocks noChangeAspect="1"/>
          </p:cNvPicPr>
          <p:nvPr/>
        </p:nvPicPr>
        <p:blipFill>
          <a:blip r:embed="rId10"/>
          <a:stretch>
            <a:fillRect/>
          </a:stretch>
        </p:blipFill>
        <p:spPr>
          <a:xfrm>
            <a:off x="7781544" y="2450592"/>
            <a:ext cx="822960" cy="822960"/>
          </a:xfrm>
          <a:prstGeom prst="rect">
            <a:avLst/>
          </a:prstGeom>
        </p:spPr>
      </p:pic>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11"/>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2">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3"/>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Jayadratha Gayen" descr="jayadratha.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 Gayen</a:t>
            </a:r>
          </a:p>
        </p:txBody>
      </p:sp>
      <p:sp>
        <p:nvSpPr>
          <p:cNvPr id="171" name="person points"/>
          <p:cNvSpPr txBox="1"/>
          <p:nvPr/>
        </p:nvSpPr>
        <p:spPr>
          <a:xfrm>
            <a:off x="2231136" y="1956816"/>
            <a:ext cx="2020824" cy="1005840"/>
          </a:xfrm>
          <a:prstGeom prst="rect">
            <a:avLst/>
          </a:prstGeom>
          <a:noFill/>
        </p:spPr>
        <p:txBody>
          <a:bodyPr wrap="square" lIns="0" tIns="0" rIns="0" bIns="0" anchor="t">
            <a:noAutofit/>
          </a:bodyPr>
          <a:lstStyle/>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Electrical engineer @ IIEST Shibpur, Vikram Solar</a:t>
            </a:r>
          </a:p>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ML Researcher - University of Illinois,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Mehul Arora" descr="mehul.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5" name="person points"/>
          <p:cNvSpPr txBox="1"/>
          <p:nvPr/>
        </p:nvSpPr>
        <p:spPr>
          <a:xfrm>
            <a:off x="6583680" y="1956816"/>
            <a:ext cx="2020824" cy="1005840"/>
          </a:xfrm>
          <a:prstGeom prst="rect">
            <a:avLst/>
          </a:prstGeom>
          <a:noFill/>
        </p:spPr>
        <p:txBody>
          <a:bodyPr wrap="square" lIns="0" tIns="0" rIns="0" bIns="0" anchor="t">
            <a:noAutofit/>
          </a:bodyPr>
          <a:lstStyle/>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Cofounder - Ordinal</a:t>
            </a:r>
          </a:p>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ML Researcher - University of Illinois, IIIT Hyderabad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
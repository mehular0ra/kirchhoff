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The spec's first-design baseline is 4–8 weeks for a first coordinated electrical package (spec; [TBD: source citation]).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and a GSoC 2025 contributor (INCF); he also trained on low- and high-tension systems at CESC.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hyperlink" Target="https://github.com/mehular0ra/kirchhoff" TargetMode="External"/><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hyperlink" Target="https://kirchhoff.web.app" TargetMode="External"/><Relationship Id="rId11"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5.jpg"/><Relationship Id="rId6" Type="http://schemas.openxmlformats.org/officeDocument/2006/relationships/image" Target="../media/image3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 </a:t>
            </a:r>
            <a:r>
              <a:rPr sz="9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
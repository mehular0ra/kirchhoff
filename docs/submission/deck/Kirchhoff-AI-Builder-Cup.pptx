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The inbox agent reads the mail and its attachments, pulls out the client, site, load and bid date, and shows the page each quote came from. A fit verdict (Pursue or Decline) then comes from deterministic rules from the firm's appetite, the engine and the ERP, with no AI in the verdict, and Pursue creates the deal in the CRM sandbox. In this demo the Gmail, Ariba and Drive connectors are sandboxes.</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Jayadratha Gayen built the bids inbox, the asset agent and the end-to-end test suite, and ran Kirchhoff's cloud deployments and golden capture. He is an electrical engineer (B.Tech, IIEST Shibpur) who worked at Vikram Solar and trained in grid operations at the Eastern Regional Load Despatch Centre, and an AI research engineer with an MS by Research in graph machine learning from IIIT Hyderabad, published at TMLR and ASONAM 2025, and a GSoC 2025 contributor (INCF); he also trained on low- and high-tension systems at CESC.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hyperlink" Target="https://kirchhoff.web.app" TargetMode="External"/><Relationship Id="rId11" Type="http://schemas.openxmlformats.org/officeDocument/2006/relationships/image" Target="../media/image5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4.jpg"/><Relationship Id="rId6" Type="http://schemas.openxmlformats.org/officeDocument/2006/relationships/image" Target="../media/image5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799" r="799"/>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3:40)</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 </a:t>
            </a:r>
            <a:r>
              <a:rPr sz="9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AI research engineer · electrical engineer (IIEST Shibpur, Vikram Solar) with an MS by Research in graph ML, IIIT Hyderabad; built the bids inbox, asset agent and test suite, ran cloud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
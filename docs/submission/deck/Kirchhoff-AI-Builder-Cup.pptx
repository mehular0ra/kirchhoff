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a live run, 15 Oct 2026: a full P1→P4 run on Vertex AI took 176.5 s and used 10,432 input tokens and 12,991 output tokens, about $0.057 per design at $0.75 per million input and $3.75 per million output tokens. The golden capture may replace this figure.</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[TBD: measured time from upload to a checker-clean revision, median of 5 live runs, excluding time at human gates (spec §4, metric 1).] Measured on a live intake run on Vertex AI, 15 Oct 2026: requirement recall 0.84 against our hand-labelled ground truth for the Hall A tender, with 27 of 28 extracted quotes verified word for word against the tender PDF; the one unverified quote was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hyperlink" Target="https://github.com/mehular0ra/kirchhoff" TargetMode="External"/><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hyperlink" Target="https://kirchhoff.web.app" TargetMode="External"/><Relationship Id="rId11"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5.jpg"/><Relationship Id="rId6"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r>
              <a:rPr sz="650" b="0" lang="en-GB">
                <a:solidFill>
                  <a:srgbClr val="8A4B00"/>
                </a:solidFill>
                <a:highlight>
                  <a:srgbClr val="FDEBD0"/>
                </a:highlight>
                <a:latin typeface="Google Sans Flex Medium"/>
              </a:rPr>
              <a:t> (spec)</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r>
              <a:rPr sz="1150" b="0" lang="en-GB">
                <a:solidFill>
                  <a:srgbClr val="8A4B00"/>
                </a:solidFill>
                <a:highlight>
                  <a:srgbClr val="FDEBD0"/>
                </a:highlight>
                <a:latin typeface="Google Sans Flex Medium"/>
              </a:rPr>
              <a:t> (spec)</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1 warm Cloud Run instance</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USD 200 budget with alerts</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Gemini 3.8 Flash: $0.75 / $3.75 per 1M tokens¹²</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Per design: </a:t>
            </a:r>
            <a:r>
              <a:rPr sz="1150" b="0" lang="en-GB">
                <a:solidFill>
                  <a:srgbClr val="3C4043"/>
                </a:solidFill>
                <a:latin typeface="Google Sans Flex"/>
              </a:rPr>
              <a:t>~$0.057 (measured on a live run, 15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